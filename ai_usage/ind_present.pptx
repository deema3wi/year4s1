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5" r:id="rId1"/>
  </p:sldMasterIdLst>
  <p:sldIdLst>
    <p:sldId id="256" r:id="rId2"/>
  </p:sld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120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9863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7669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150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5460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6629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9163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12/10/2025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3385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0925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4552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9931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9529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475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71" r:id="rId2"/>
    <p:sldLayoutId id="2147483772" r:id="rId3"/>
    <p:sldLayoutId id="2147483773" r:id="rId4"/>
    <p:sldLayoutId id="2147483774" r:id="rId5"/>
    <p:sldLayoutId id="2147483768" r:id="rId6"/>
    <p:sldLayoutId id="2147483764" r:id="rId7"/>
    <p:sldLayoutId id="2147483765" r:id="rId8"/>
    <p:sldLayoutId id="2147483766" r:id="rId9"/>
    <p:sldLayoutId id="2147483767" r:id="rId10"/>
    <p:sldLayoutId id="214748376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E448DB1-4196-18A6-15DA-C72635C1B1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4" name="Picture 3" descr="Multicolored smoke gradient">
            <a:extLst>
              <a:ext uri="{FF2B5EF4-FFF2-40B4-BE49-F238E27FC236}">
                <a16:creationId xmlns:a16="http://schemas.microsoft.com/office/drawing/2014/main" id="{B4AB3C98-28D9-C78E-32D5-C64F7369FCB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770" r="9091" b="1162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76A10D8F-D463-70E5-239B-17AD65EF43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73183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0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9D4C5C-A9DA-CA8D-7443-BDD7F78C6B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6506" y="603315"/>
            <a:ext cx="5649211" cy="3685731"/>
          </a:xfrm>
        </p:spPr>
        <p:txBody>
          <a:bodyPr anchor="t">
            <a:normAutofit/>
          </a:bodyPr>
          <a:lstStyle/>
          <a:p>
            <a:pPr algn="l"/>
            <a:r>
              <a:rPr lang="uk-UA" sz="6100"/>
              <a:t>Допомога ШІ в автоматизації конфігурації веб хоста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71A361-1064-9D3F-3AC7-5759D12F10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6506" y="5609281"/>
            <a:ext cx="4007587" cy="1290807"/>
          </a:xfrm>
        </p:spPr>
        <p:txBody>
          <a:bodyPr anchor="ctr">
            <a:normAutofit/>
          </a:bodyPr>
          <a:lstStyle/>
          <a:p>
            <a:pPr algn="l"/>
            <a:r>
              <a:rPr lang="uk-UA" sz="2200" dirty="0"/>
              <a:t>Підготував Молодченко Дмитро</a:t>
            </a:r>
          </a:p>
        </p:txBody>
      </p:sp>
    </p:spTree>
    <p:extLst>
      <p:ext uri="{BB962C8B-B14F-4D97-AF65-F5344CB8AC3E}">
        <p14:creationId xmlns:p14="http://schemas.microsoft.com/office/powerpoint/2010/main" val="6280351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10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Neue Haas Grotesk Text Pro</vt:lpstr>
      <vt:lpstr>VanillaVTI</vt:lpstr>
      <vt:lpstr>Допомога ШІ в автоматизації конфігурації веб хоста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Молодченко Дмитро Вікторович</dc:creator>
  <cp:lastModifiedBy>Молодченко Дмитро Вікторович</cp:lastModifiedBy>
  <cp:revision>1</cp:revision>
  <dcterms:created xsi:type="dcterms:W3CDTF">2025-12-10T21:11:01Z</dcterms:created>
  <dcterms:modified xsi:type="dcterms:W3CDTF">2025-12-10T21:16:30Z</dcterms:modified>
</cp:coreProperties>
</file>